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项目预算为126万元</a:t>
            </a:r>
          </a:p>
          <a:p>
            <a:r>
              <a:t>2026Q1环比增长率为18%</a:t>
            </a:r>
          </a:p>
          <a:p>
            <a:r>
              <a:t>项目执行费用为300万元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